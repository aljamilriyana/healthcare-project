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8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7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Power BI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Analytics for Hospital Management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BB40C1-901F-6804-275D-FA69FB20D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" y="165893"/>
            <a:ext cx="4833939" cy="16113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hospital performance dashboard</a:t>
            </a:r>
          </a:p>
          <a:p>
            <a:pPr lvl="1"/>
            <a:r>
              <a:t>Built using Microsoft Power BI</a:t>
            </a:r>
          </a:p>
          <a:p>
            <a:pPr lvl="1"/>
            <a:r>
              <a:t>Real-time operational and financial insights</a:t>
            </a:r>
          </a:p>
          <a:p>
            <a:pPr lvl="1"/>
            <a:r>
              <a:t>Supports data-driven decisions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5F01C-77A9-7C40-6F4A-4EE60957B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Disconnected Excel reporting</a:t>
            </a:r>
          </a:p>
          <a:p>
            <a:pPr lvl="1"/>
            <a:r>
              <a:t>Limited KPI visibility</a:t>
            </a:r>
          </a:p>
          <a:p>
            <a:pPr lvl="1"/>
            <a:r>
              <a:t>Manual reporting processes</a:t>
            </a:r>
          </a:p>
          <a:p>
            <a:pPr lvl="1"/>
            <a:r>
              <a:t>Resource tracking difficulties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7BE6C-0BE8-E2FE-9256-7ADB44C2B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visualizations</a:t>
            </a:r>
          </a:p>
          <a:p>
            <a:pPr lvl="1"/>
            <a:r>
              <a:t>Data transformation with Power Query</a:t>
            </a:r>
          </a:p>
          <a:p>
            <a:pPr lvl="1"/>
            <a:r>
              <a:t>Optimized data model</a:t>
            </a:r>
          </a:p>
          <a:p>
            <a:pPr lvl="1"/>
            <a:r>
              <a:t>Executive KPIs</a:t>
            </a:r>
          </a:p>
          <a:p>
            <a:pPr lvl="1"/>
            <a:r>
              <a:t>Drill-down &amp;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84BD8-DD33-2A0D-9915-04ADABB67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8229600" cy="1143000"/>
          </a:xfrm>
        </p:spPr>
        <p:txBody>
          <a:bodyPr/>
          <a:lstStyle/>
          <a:p>
            <a:r>
              <a:rPr dirty="0"/>
              <a:t>Data Source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 Excel data (patients, staff, revenue, beds, feedback)</a:t>
            </a:r>
          </a:p>
          <a:p>
            <a:pPr lvl="1"/>
            <a:r>
              <a:t>Merge datasets</a:t>
            </a:r>
          </a:p>
          <a:p>
            <a:pPr lvl="1"/>
            <a:r>
              <a:t>Remove duplicates</a:t>
            </a:r>
          </a:p>
          <a:p>
            <a:pPr lvl="1"/>
            <a:r>
              <a:t>Standardize formats &amp;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DD03F-BB2A-59DD-4E7D-ED3A8423B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 schema design</a:t>
            </a:r>
          </a:p>
          <a:p>
            <a:pPr lvl="1"/>
            <a:r>
              <a:t>Fact: Visits, Revenue, Appointments</a:t>
            </a:r>
          </a:p>
          <a:p>
            <a:pPr lvl="1"/>
            <a:r>
              <a:t>Dimension: Department, Staff, Age, Date, 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76DC2-9025-1B80-C17D-25CCB87E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Patient Visits</a:t>
            </a:r>
          </a:p>
          <a:p>
            <a:pPr lvl="1"/>
            <a:r>
              <a:t>Total Revenue</a:t>
            </a:r>
          </a:p>
          <a:p>
            <a:pPr lvl="1"/>
            <a:r>
              <a:t>Average Waiting Time</a:t>
            </a:r>
          </a:p>
          <a:p>
            <a:pPr lvl="1"/>
            <a:r>
              <a:t>Bed Occupancy Rate</a:t>
            </a:r>
          </a:p>
          <a:p>
            <a:pPr lvl="1"/>
            <a:r>
              <a:t>Patient Satisfaction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AC1FF-3777-51CC-706B-7C3EB5A0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&amp; Line Charts</a:t>
            </a:r>
          </a:p>
          <a:p>
            <a:pPr lvl="1"/>
            <a:r>
              <a:t>Maps &amp; Tables</a:t>
            </a:r>
          </a:p>
          <a:p>
            <a:pPr lvl="1"/>
            <a:r>
              <a:t>Custom visuals (rotating cards)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7800B-DC16-E631-CB4D-634B2C55B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Drill-down (Year → Month → Day)</a:t>
            </a:r>
          </a:p>
          <a:p>
            <a:pPr lvl="1"/>
            <a:r>
              <a:t>Drill-through to details</a:t>
            </a:r>
          </a:p>
          <a:p>
            <a:pPr lvl="1"/>
            <a:r>
              <a:t>Slicers &amp; Filters</a:t>
            </a:r>
          </a:p>
          <a:p>
            <a:pPr lvl="1"/>
            <a:r>
              <a:t>Navigation buttons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F0C10-0DDA-3C27-EDCC-FF479C34D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35% reduction in reporting time</a:t>
            </a:r>
          </a:p>
          <a:p>
            <a:pPr lvl="1"/>
            <a:r>
              <a:t>Improved operational visibility</a:t>
            </a:r>
          </a:p>
          <a:p>
            <a:pPr lvl="1"/>
            <a:r>
              <a:t>Better resource allocation</a:t>
            </a:r>
          </a:p>
          <a:p>
            <a:pPr lvl="1"/>
            <a:r>
              <a:t>Faster executive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D9F91-2853-9FFE-CF98-380D1166B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Transformed static Excel into interactive analytics</a:t>
            </a:r>
          </a:p>
          <a:p>
            <a:pPr lvl="1"/>
            <a:r>
              <a:t>Enabled proactive hospital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468C"/>
                </a:solidFill>
                <a:latin typeface="Calibri"/>
              </a:defRPr>
            </a:pPr>
            <a:r>
              <a:t>datascientist.ca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6370B-7DC3-AB9A-4ED8-13B61686F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76"/>
            <a:ext cx="2622711" cy="8742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212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Healthcare Power BI Dashboard</vt:lpstr>
      <vt:lpstr>Executive Summary</vt:lpstr>
      <vt:lpstr>Business Challenges</vt:lpstr>
      <vt:lpstr>Project Objectives</vt:lpstr>
      <vt:lpstr>Data Source &amp; Preparation</vt:lpstr>
      <vt:lpstr>Data Model</vt:lpstr>
      <vt:lpstr>Key KPIs</vt:lpstr>
      <vt:lpstr>Dashboard Features</vt:lpstr>
      <vt:lpstr>Interactivity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Mian Kaleem</cp:lastModifiedBy>
  <cp:revision>2</cp:revision>
  <dcterms:created xsi:type="dcterms:W3CDTF">2013-01-27T09:14:16Z</dcterms:created>
  <dcterms:modified xsi:type="dcterms:W3CDTF">2026-03-03T15:54:31Z</dcterms:modified>
  <cp:category/>
</cp:coreProperties>
</file>